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70e6b9bc6c4d76" /><Relationship Type="http://schemas.openxmlformats.org/officeDocument/2006/relationships/extended-properties" Target="/docProps/app.xml" Id="R1e622a435046416e" /><Relationship Type="http://schemas.openxmlformats.org/officeDocument/2006/relationships/officeDocument" Target="/ppt/presentation.xml" Id="R9330b535216c46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8e63a0306f4d05"/>
  </p:sldMasterIdLst>
  <p:notesMasterIdLst>
    <p:notesMasterId xmlns:r="http://schemas.openxmlformats.org/officeDocument/2006/relationships" r:id="R7d668e19b02b4055"/>
  </p:notesMasterIdLst>
  <p:sldIdLst>
    <p:sldId xmlns:r="http://schemas.openxmlformats.org/officeDocument/2006/relationships" id="256" r:id="Rde2cf89912904145"/>
    <p:sldId xmlns:r="http://schemas.openxmlformats.org/officeDocument/2006/relationships" id="257" r:id="Rd863a9a0e27142bc"/>
  </p:sldIdLst>
  <p:sldSz cx="13811250" cy="1066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3fabc541cd4e32" /><Relationship Type="http://schemas.openxmlformats.org/officeDocument/2006/relationships/slideMaster" Target="/ppt/slideMasters/slideMaster1.xml" Id="R7b8e63a0306f4d05" /><Relationship Type="http://schemas.openxmlformats.org/officeDocument/2006/relationships/notesMaster" Target="/ppt/notesMasters/notesMaster1.xml" Id="R7d668e19b02b4055" /><Relationship Type="http://schemas.openxmlformats.org/officeDocument/2006/relationships/presProps" Target="/ppt/presProps.xml" Id="Rf8cbf89b9f3c4188" /><Relationship Type="http://schemas.openxmlformats.org/officeDocument/2006/relationships/tableStyles" Target="/ppt/tableStyles.xml" Id="R70907ddfdfae4bc6" /><Relationship Type="http://schemas.openxmlformats.org/officeDocument/2006/relationships/slide" Target="/ppt/slides/slide1.xml" Id="Rde2cf89912904145" /><Relationship Type="http://schemas.openxmlformats.org/officeDocument/2006/relationships/slide" Target="/ppt/slides/slide2.xml" Id="Rd863a9a0e27142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7f1bfba14c4f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34566d4d1245e2" /><Relationship Type="http://schemas.openxmlformats.org/officeDocument/2006/relationships/notesMaster" Target="/ppt/notesMasters/notesMaster1.xml" Id="Rc30b5ebf68c648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8c18eab38047b8" /><Relationship Type="http://schemas.openxmlformats.org/officeDocument/2006/relationships/notesMaster" Target="/ppt/notesMasters/notesMaster1.xml" Id="Rf5103f9c262143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6690588b2f46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b35aa899cd4858" /><Relationship Type="http://schemas.openxmlformats.org/officeDocument/2006/relationships/slideLayout" Target="/ppt/slideLayouts/slideLayout1.xml" Id="Rcbcc1d18e58f48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cc1d18e58f48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e8ae079f374517" /><Relationship Type="http://schemas.openxmlformats.org/officeDocument/2006/relationships/image" Target="/ppt/media/image.png" Id="R6faf3aa22d124ebf" /><Relationship Type="http://schemas.openxmlformats.org/officeDocument/2006/relationships/notesSlide" Target="/ppt/notesSlides/notesSlide1.xml" Id="Reecd85837a7e48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3d910972804288" /><Relationship Type="http://schemas.openxmlformats.org/officeDocument/2006/relationships/image" Target="/ppt/media/image2.png" Id="Rfdf2ecdcab224c66" /><Relationship Type="http://schemas.openxmlformats.org/officeDocument/2006/relationships/notesSlide" Target="/ppt/notesSlides/notesSlide2.xml" Id="R61dabb74932f4a1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af3aa22d124ebf"/>
          <a:stretch xmlns:a="http://schemas.openxmlformats.org/drawingml/2006/main"/>
        </p:blipFill>
        <p:spPr>
          <a:xfrm xmlns:a="http://schemas.openxmlformats.org/drawingml/2006/main">
            <a:off x="0" y="2275795"/>
            <a:ext cx="13811250" cy="611641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30580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f2ecdcab224c66"/>
          <a:stretch xmlns:a="http://schemas.openxmlformats.org/drawingml/2006/main"/>
        </p:blipFill>
        <p:spPr>
          <a:xfrm xmlns:a="http://schemas.openxmlformats.org/drawingml/2006/main">
            <a:off x="0" y="523875"/>
            <a:ext cx="13811250" cy="9620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8203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2026-10-14T08:54:47.0480000Z</dcterms:created>
  <dcterms:modified xsi:type="dcterms:W3CDTF">2026-10-14T08:54:47.0480000Z</dcterms:modified>
</coreProperties>
</file>